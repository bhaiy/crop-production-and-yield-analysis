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D10AFF-CFBF-4276-9327-6A66D2F0E5F3}" v="6" dt="2025-12-25T06:54:43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BDD98-2D86-882A-1247-47B8EDDFE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6AD34-E1AC-12A3-A231-181B773B1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EB01C-47C7-35F9-7752-D6ACDB5E1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69F6-8B7B-44FD-B315-6E6988B5D4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F907B-4888-FEBE-75F7-B620E792C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755DA-8612-A411-A58E-3408338A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DCE-A663-4067-A5FD-A3BD1DB4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95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DCC9C-5244-1880-A772-60F2FB8F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0632F-3DA4-FB31-12DD-3D020CB31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A537F-B7B4-5782-4DFE-73AC73E8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69F6-8B7B-44FD-B315-6E6988B5D4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3E892-1580-64EB-A9EF-18F0333C0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13E7E-50B4-24C7-37C6-CD63A50E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DCE-A663-4067-A5FD-A3BD1DB4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014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2A99-8D99-0F98-7573-785240246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FD849-8492-698D-87E3-A7D07054C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E8CB8-C93A-46B4-6486-9C78F1121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69F6-8B7B-44FD-B315-6E6988B5D4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4A157-BD61-F65F-F370-4AF08B92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74176-B7FD-5C91-FC78-C95B4DFC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DCE-A663-4067-A5FD-A3BD1DB4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476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2FA0-1B1E-6A4C-1BD4-9F04469DF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901F2-87C1-2235-A12F-6E8941121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92095-3DF8-F112-651F-FD532B678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3DD45-0600-CD46-F334-36783721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69F6-8B7B-44FD-B315-6E6988B5D4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D13AF-BFFD-D4AA-783D-8B3258ED2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AE140-BF95-5ED5-C5BA-F388A07B3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DCE-A663-4067-A5FD-A3BD1DB4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107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DAF7-B6A1-36F2-5C6A-5DDF3CDAC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B20F8-1164-5DC7-80A3-E801EF95F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2A318-8668-42A9-ACC3-A0B6C00FA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81753E-EE39-EDD9-4BED-76AACEC23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F793C2-ABFF-2CD1-EF08-67A4351D1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06DD79-05A4-5BC5-7C9F-AFDB5B762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69F6-8B7B-44FD-B315-6E6988B5D4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C18468-8E10-29A2-C3E2-CAE2AA32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A8E89D-E386-9DE4-6ACA-CDF85C3A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DCE-A663-4067-A5FD-A3BD1DB4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99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284A6-3BA0-84DF-4E3B-0D083D058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A407C-3A28-BA50-9FB8-90A4EAF9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69F6-8B7B-44FD-B315-6E6988B5D4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C7627B-AA11-283A-D4AD-6FA35FBEB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A871F7-1450-80F6-75A9-4745126A1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DCE-A663-4067-A5FD-A3BD1DB4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807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FF1E5-6558-8BC4-F487-39CE45A06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69F6-8B7B-44FD-B315-6E6988B5D4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B44432-48A6-396E-6DD4-7C847CBC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DC168-61C9-91E8-88F5-447BE67F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DCE-A663-4067-A5FD-A3BD1DB4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3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0ECF6-5075-9901-1631-BA50CFCBA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1DD3A-D56B-5D59-7BCF-EC178B759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706FB-E033-9D3E-04C0-2D8097A54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BE3C8-36BB-EBFB-FB2F-46D9A0329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69F6-8B7B-44FD-B315-6E6988B5D4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F3A50-7D86-1212-59E5-66288A586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0B44A-1FC8-A7FC-47A4-7B75C6E6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DCE-A663-4067-A5FD-A3BD1DB4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65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C68E-C64A-C253-DFB1-9C8873ECB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F1A729-71BE-28A9-D369-6C20459A4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E0A11-8394-6371-E535-B1225A77B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09424-B863-7517-ABA5-0B1D7A85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69F6-8B7B-44FD-B315-6E6988B5D4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3DCDF-F1AB-DEB3-2A19-EBB75E91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8EC06-A733-CD2B-4220-E1712D943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DCE-A663-4067-A5FD-A3BD1DB4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15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3A58-8708-276E-AED2-19386961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3B911-5A1A-4F28-C81F-C86D862C4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A7E29-239E-64D7-96A3-2FD9FCFEC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69F6-8B7B-44FD-B315-6E6988B5D4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BA1F2-CB47-12BF-B750-2DFBDCAA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FCE13-D005-52A5-66BC-491C25C5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DCE-A663-4067-A5FD-A3BD1DB4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253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3C47A4-591B-2FC4-72A9-CC6352620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DB4CE-FB98-8F0B-98A2-D82F8A282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FE7C4-D1EA-23A9-937E-B08D59DA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69F6-8B7B-44FD-B315-6E6988B5D4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189AB-9308-4551-0561-7D1456B45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28568-BBBB-DD51-BE78-31E25A157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E6DCE-A663-4067-A5FD-A3BD1DB4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DBE67F-0021-69B7-E899-CC46D5F08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D3BB9-FA87-7B1C-12C4-04A47ECA0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F546B-9E1F-E958-7CFF-EE997F4B0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F69F6-8B7B-44FD-B315-6E6988B5D4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F75F3-6D06-CD3C-CAAB-E36DDC64E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A654F-97A2-6EF6-54AD-0E6695FEB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E6DCE-A663-4067-A5FD-A3BD1DB456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925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text on a white background">
            <a:extLst>
              <a:ext uri="{FF2B5EF4-FFF2-40B4-BE49-F238E27FC236}">
                <a16:creationId xmlns:a16="http://schemas.microsoft.com/office/drawing/2014/main" id="{6F06C0A6-0F2A-0EC3-6E7B-B6D439F6A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3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9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text on a white background">
            <a:extLst>
              <a:ext uri="{FF2B5EF4-FFF2-40B4-BE49-F238E27FC236}">
                <a16:creationId xmlns:a16="http://schemas.microsoft.com/office/drawing/2014/main" id="{C95D308F-53CD-B54F-425C-D53134221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25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9A861194-E6B5-FE2F-9CBF-E58D5A967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4" y="0"/>
            <a:ext cx="121397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183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CE523E-B7E4-7877-43A1-36BAC230F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943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7A6296-C2FD-CF73-1243-E61C94E84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" y="0"/>
            <a:ext cx="1217019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4D1479-F045-10E0-2094-2F5DE0DA2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3" y="0"/>
            <a:ext cx="12162574" cy="682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40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E45053BC-586E-FF02-CF5F-A0248AA46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729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997830-EEA9-F1C8-0CD2-1F9253CEB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45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D2635BDA-647C-8649-995D-ABC80FB8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862" y="0"/>
            <a:ext cx="12381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787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AA04BD-1510-BD0F-003C-EF77949B8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01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5F8588-92BF-3B43-4830-584C89D3A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08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a line and numbers&#10;&#10;AI-generated content may be incorrect.">
            <a:extLst>
              <a:ext uri="{FF2B5EF4-FFF2-40B4-BE49-F238E27FC236}">
                <a16:creationId xmlns:a16="http://schemas.microsoft.com/office/drawing/2014/main" id="{29846DA2-8767-75D8-9631-D1BCEF034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47" y="0"/>
            <a:ext cx="12195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70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01BE2F-97EC-2053-714D-E0B4AA5A8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823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1ED84F-BDBD-E619-52F4-16420DB89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488" y="0"/>
            <a:ext cx="12233488" cy="683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322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7983019F-2060-094C-4E1B-2C948F3C3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38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6D3A6B-95F9-7049-6BC5-EC24AAC4B1EC}"/>
              </a:ext>
            </a:extLst>
          </p:cNvPr>
          <p:cNvSpPr txBox="1"/>
          <p:nvPr/>
        </p:nvSpPr>
        <p:spPr>
          <a:xfrm>
            <a:off x="4158045" y="2705725"/>
            <a:ext cx="38759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      Thank You</a:t>
            </a:r>
          </a:p>
          <a:p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318000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bhavesh adlak</dc:creator>
  <cp:lastModifiedBy>bhavesh adlak</cp:lastModifiedBy>
  <cp:revision>5</cp:revision>
  <dcterms:created xsi:type="dcterms:W3CDTF">2025-12-22T18:35:29Z</dcterms:created>
  <dcterms:modified xsi:type="dcterms:W3CDTF">2026-01-09T04:32:20Z</dcterms:modified>
</cp:coreProperties>
</file>